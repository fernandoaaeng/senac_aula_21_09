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contextualizar que hoje eh 100% pratico, script por cima de script, sem orientacao a objetos. O alvo eh a aplicacao NexusBank que ja esta rodando no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essa visao geral rapida antes de comecar. O ritmo e: explico 5 min, todo mundo pratica 10-15 min, seguimos.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objetivo final e uma continuacao natural do que veio antes: ler arquivo + requests = a mesma logica de qualquer automacao, so que aplicada a seguranca.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 IP real da maquina agora. Reforcar: login de cliente usa /login, login de admin usa /admin/login (rota diferente).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em voz alta, deixar claro que isso e serio e nao e so formalidade. Depois seguir para a parte pratica.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Transicao para o primeiro bloco pratico.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pasta de verdade no VS Code / terminal ao vivo, para tirar o medo 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que sem o with precisaria chamar arquivo.close() manualmente, e que e facil esquecer.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os alunos tentarem sozinhos primeiro, so mostrar a dica se travarem. O desafio usa enumerate().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ultimo ponto e o gancho para o brute force, guardar essa ideia para o bloco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len(arq.readlines()) tambem resolve o total; usar para mostrar que ha mais de um caminho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Alertar: escrever com "w" por engano em um arquivo importante apaga tudo sem aviso. E o erro mais comum de quem esta aprendendo.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Reforcar: sem o "\n" tudo fica grudado em uma linha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exercicio e o elo direto com os logs reais que os alunos vao ver mais tarde na aula de blue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mesmo arquivo abrindo no bloco de notas e no Excel, para o aluno perceber que e o mesmo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DictReader deixa acessar a coluna pelo nome, mais facil de ler do que indice numerico.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newline="" evita linha em branco extra no Windows. Vale mencionar sem entrar em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Transicao para o segundo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"." significa a pasta atual. Mostrar rodando no terminal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endswith() ja foi usado em alguma aula anterior de strings, so relembrar.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e a base tecnica da enumeracao/reconhecimento em um pentest: achar arquivos esquecidos no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o conteudo futuro de UC13 (Ethical Hacking): enumeracao de arquivos sensiveis esquecidos em servidores.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Transicao para o terceiro bloco. Aqui comeca a parte que conecta com o dia a dia de seguranca ofensiva.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Ligar com a aula anterior de HTTP/cliente-servidor: requests e a forma de fazer aquela conversa acontecer dentro de um script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Relembrar rapido status codes 2xx/4xx/5xx da aula anterior de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ninguem conseguir conectar, e sinal de IP errado ou firewall bloqueando a porta 8002 — parar e resolver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Reforcar que o corpo do POST e um dicionario python que vira JSON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Chamar atencao para o campo token: ele existe, mas veremos no futuro que e previsivel e fraco de proposito (nao e o foco de hoje).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e o insight central que conecta requests com o brute force do bloco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o que eles acabaram de fazer JA E um brute force pequeno. Bloco 4 so escala isso lendo de um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Ultimo bloco, o mais esperado. Reforcar de novo a regra do uso etico antes de comecar.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Vender a ideia de que nao tem magica nenhuma, e so composicao do que ja foi 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[linha.strip() for linha in arq] e uma list comprehension, comentar rapido caso a turma ainda nao tenha 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desafio final e o mesmo raciocinio do script bruteforce_login.py ja distribuido, so que os alunos constroem a versao simplificada com o que aprenderam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 rapido para a proxima aula, conectar com o plano do semestre (ataque/defesa).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Perguntar se restou alguma duvida antes de encerrar.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UC11 · AULA 21/09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041"/>
            <a:ext cx="915670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Requests, arquivos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o primeiro brute force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753122"/>
            <a:ext cx="7848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</a:t>
            </a:r>
            <a:r>
              <a:rPr lang="en-US" sz="18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open()</a:t>
            </a:r>
            <a:r>
              <a:rPr lang="en-US" sz="18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ao ataque de força bruta contra uma API real, em pequenos passos práticos.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522020"/>
            <a:ext cx="21195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 da aula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760740"/>
            <a:ext cx="21195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NexusBank Corporate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76997" y="5522020"/>
            <a:ext cx="24628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6997" y="5760740"/>
            <a:ext cx="246280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puro, sem classes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de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38895"/>
            <a:ext cx="2482850" cy="3816449"/>
          </a:xfrm>
          <a:prstGeom prst="roundRect">
            <a:avLst>
              <a:gd name="adj" fmla="val 498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96070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3150" y="3401120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4967089"/>
            <a:ext cx="202755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e escrever .txt e 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8375" y="1638895"/>
            <a:ext cx="2482850" cy="3816449"/>
          </a:xfrm>
          <a:prstGeom prst="roundRect">
            <a:avLst>
              <a:gd name="adj" fmla="val 498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5550" y="1896070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65550" y="3285629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Diretórios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5550" y="4736009"/>
            <a:ext cx="202755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Navegar pastas com o módulo 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0775" y="1638895"/>
            <a:ext cx="2482850" cy="3816449"/>
          </a:xfrm>
          <a:prstGeom prst="roundRect">
            <a:avLst>
              <a:gd name="adj" fmla="val 498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7950" y="1896070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57950" y="3285629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4736009"/>
            <a:ext cx="202755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Bater num endpoint e ler a resposta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93175" y="1638895"/>
            <a:ext cx="2482850" cy="3816449"/>
          </a:xfrm>
          <a:prstGeom prst="roundRect">
            <a:avLst>
              <a:gd name="adj" fmla="val 498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0350" y="1896070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50350" y="3285629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 force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50350" y="4736009"/>
            <a:ext cx="202755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Wordlist + requests, tudo junto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58141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bloco termina com exercício prático. A teoria é curta; o teclado fica ligado o tempo todo.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 final da aula, você sabe...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182515"/>
            <a:ext cx="10560050" cy="697210"/>
          </a:xfrm>
          <a:prstGeom prst="roundRect">
            <a:avLst>
              <a:gd name="adj" fmla="val 1411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404070"/>
            <a:ext cx="2540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350" y="2388890"/>
            <a:ext cx="462699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e escrever arquivos de texto e CSV em Python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5975" y="3038475"/>
            <a:ext cx="10560050" cy="697210"/>
          </a:xfrm>
          <a:prstGeom prst="roundRect">
            <a:avLst>
              <a:gd name="adj" fmla="val 1411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pic>
        <p:nvPicPr>
          <p:cNvPr id="7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3150" y="3260030"/>
            <a:ext cx="25400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350" y="3244850"/>
            <a:ext cx="573325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Navegar e listar arquivos de pastas do computador via código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5975" y="3894435"/>
            <a:ext cx="10560050" cy="697210"/>
          </a:xfrm>
          <a:prstGeom prst="roundRect">
            <a:avLst>
              <a:gd name="adj" fmla="val 1411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3150" y="4115991"/>
            <a:ext cx="254000" cy="254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0350" y="4100810"/>
            <a:ext cx="581440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Fazer requisições HTTP com </a:t>
            </a: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</a:t>
            </a: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interpretar a resposta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15975" y="4750395"/>
            <a:ext cx="10560050" cy="697210"/>
          </a:xfrm>
          <a:prstGeom prst="roundRect">
            <a:avLst>
              <a:gd name="adj" fmla="val 14117"/>
            </a:avLst>
          </a:prstGeom>
          <a:solidFill>
            <a:srgbClr val="1A2128"/>
          </a:solidFill>
          <a:ln w="6350">
            <a:solidFill>
              <a:srgbClr val="F2A65A"/>
            </a:solidFill>
            <a:prstDash val="solid"/>
          </a:ln>
        </p:spPr>
      </p:sp>
      <p:pic>
        <p:nvPicPr>
          <p:cNvPr id="13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3150" y="4971951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350" y="4956770"/>
            <a:ext cx="64897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Combinar tudo isso para automatizar um teste de força bruta de login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ALVO DE HOJE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NexusBank Corporate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34430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mesma aplicação que já conhecem (banco + login), rodando no servidor do professor. Propositalmente vulnerável, só para esta aula.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425005"/>
            <a:ext cx="5175250" cy="3617020"/>
          </a:xfrm>
          <a:prstGeom prst="roundRect">
            <a:avLst>
              <a:gd name="adj" fmla="val 342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682180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Endereço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05296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http://&lt;IP-do-professor&gt;:8002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3150" y="3446661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Anotem o IP passado em aula. Testem o acesso antes de começar os exercícios.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0775" y="2425005"/>
            <a:ext cx="5175250" cy="3617020"/>
          </a:xfrm>
          <a:prstGeom prst="roundRect">
            <a:avLst>
              <a:gd name="adj" fmla="val 342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2682180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Usuários de teste (seed)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7950" y="3027561"/>
          <a:ext cx="4660900" cy="1437084"/>
        </p:xfrm>
        <a:graphic>
          <a:graphicData uri="http://schemas.openxmlformats.org/drawingml/2006/table">
            <a:tbl>
              <a:tblPr/>
              <a:tblGrid>
                <a:gridCol w="1864360"/>
                <a:gridCol w="1631315"/>
                <a:gridCol w="1165225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3A1A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usuário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3A1A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senha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93A1A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papel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C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123456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cliente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bruno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senha123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cliente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admin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admin123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EF2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admin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6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51149"/>
            <a:ext cx="406400" cy="40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035274"/>
            <a:ext cx="6671719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começar: regra número um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12800" y="2727424"/>
            <a:ext cx="981075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que fizermos hoje só pode ser apontado para o </a:t>
            </a:r>
            <a:r>
              <a:rPr lang="en-US" sz="18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do laboratório</a:t>
            </a:r>
            <a:r>
              <a:rPr lang="en-US" sz="18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 a rede isolada e autorização explícita desta aula.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15975" y="3624560"/>
            <a:ext cx="5175250" cy="1194991"/>
          </a:xfrm>
          <a:prstGeom prst="roundRect">
            <a:avLst>
              <a:gd name="adj" fmla="val 8236"/>
            </a:avLst>
          </a:prstGeom>
          <a:solidFill>
            <a:srgbClr val="241A14"/>
          </a:solidFill>
          <a:ln w="6350">
            <a:solidFill>
              <a:srgbClr val="3A2A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3830935"/>
            <a:ext cx="49053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Nunca aponte essas técnicas para: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4079776"/>
            <a:ext cx="49053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de terceiros, sites reais, ou qualquer coisa fora desta rede.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00775" y="3624560"/>
            <a:ext cx="5175250" cy="1194991"/>
          </a:xfrm>
          <a:prstGeom prst="roundRect">
            <a:avLst>
              <a:gd name="adj" fmla="val 8236"/>
            </a:avLst>
          </a:prstGeom>
          <a:solidFill>
            <a:srgbClr val="241A14"/>
          </a:solidFill>
          <a:ln w="6350">
            <a:solidFill>
              <a:srgbClr val="3A2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7150" y="3830935"/>
            <a:ext cx="49053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legal: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7150" y="4079776"/>
            <a:ext cx="49053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 Civil da Internet e Art. 154-A do Código Penal (invasão de dispositivo informático).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409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87784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812480"/>
            <a:ext cx="85026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Ler, escrever e entender por que quase toda automação começa (ou termina) lendo um arquivo.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um arquivo, para o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27908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arquivo é só um monte de texto (ou bytes) salvo no disco, com um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um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caminho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(path).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34893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arquivo está na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pasta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seu script, basta o nome: </a:t>
            </a:r>
            <a:r>
              <a:rPr lang="en-US" sz="15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"alunos.txt"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1878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está em outro lugar, use o caminho completo ou relativo: </a:t>
            </a:r>
            <a:r>
              <a:rPr lang="en-US" sz="15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"dados/alunos.txt"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0425" y="1508125"/>
            <a:ext cx="5435600" cy="4533900"/>
          </a:xfrm>
          <a:prstGeom prst="roundRect">
            <a:avLst>
              <a:gd name="adj" fmla="val 273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7600" y="2891334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pasta do exercicio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97600" y="3198614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aula_arquivos/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7600" y="3505895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script.py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7600" y="3813175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alunos.txt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4120455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dados/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7600" y="4427736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alunos.csv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Abrindo um arquivo: </a:t>
            </a:r>
            <a:r>
              <a:rPr lang="en-US" sz="30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10560050" cy="1835150"/>
          </a:xfrm>
          <a:prstGeom prst="roundRect">
            <a:avLst>
              <a:gd name="adj" fmla="val 674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790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 jeito seguro: "with" fecha o arquivo sozinho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3950" y="21082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open("alunos.txt", "r", encoding="utf-8") as arquivo: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3950" y="2425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linha in arquivo: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3950" y="27432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print(linha)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975" y="3552825"/>
            <a:ext cx="3380284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3733800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"r"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950" y="3964880"/>
            <a:ext cx="31088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para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leitura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(o padrão)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5809" y="3552825"/>
            <a:ext cx="3380383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6784" y="3733800"/>
            <a:ext cx="31089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encoding="utf-8"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86784" y="3964880"/>
            <a:ext cx="31089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evita erro com acentos (ção, é, ã)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5741" y="3552825"/>
            <a:ext cx="3380284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6716" y="3733800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76716" y="3964880"/>
            <a:ext cx="31088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 o arquivo automaticamente ao final do bloco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Leia um .txt e imprima cada nome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581473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um arquivo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alunos.txt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um nome por linha: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935089"/>
            <a:ext cx="4940300" cy="953591"/>
          </a:xfrm>
          <a:prstGeom prst="roundRect">
            <a:avLst>
              <a:gd name="adj" fmla="val 7658"/>
            </a:avLst>
          </a:prstGeom>
          <a:solidFill>
            <a:srgbClr val="241C14"/>
          </a:solidFill>
          <a:ln w="6350">
            <a:solidFill>
              <a:srgbClr val="3A2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950" y="3065264"/>
            <a:ext cx="4715701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Bruno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Carlos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99345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Escreva um script que abre esse arquivo e imprime cada nome no terminal.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592737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imprima também em qual linha (1, 2, 3...) cada nome está.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7600" y="3306465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 de ponto de partida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600" y="357058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open("alunos.txt", encoding="utf-8") as arq: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7600" y="385246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linha in arq: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7600" y="413434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print(linha.strip())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4514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strip() remove o \n do final da linha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jeitos de ler um arquivo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3397250" cy="3833019"/>
          </a:xfrm>
          <a:prstGeom prst="roundRect">
            <a:avLst>
              <a:gd name="adj" fmla="val 3645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89100"/>
            <a:ext cx="30740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2350" y="2006600"/>
            <a:ext cx="30740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 tudo como </a:t>
            </a: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string só</a:t>
            </a: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 \n no meio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522141"/>
            <a:ext cx="3074035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conteudo = arq.read()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97375" y="1482725"/>
            <a:ext cx="3397250" cy="3833019"/>
          </a:xfrm>
          <a:prstGeom prst="roundRect">
            <a:avLst>
              <a:gd name="adj" fmla="val 3645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3750" y="1689100"/>
            <a:ext cx="30740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readlines()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3750" y="200660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 uma </a:t>
            </a: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de strings</a:t>
            </a: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uma por linha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3750" y="2308820"/>
            <a:ext cx="3074035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linhas = arq.readlines()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78775" y="1482725"/>
            <a:ext cx="3397250" cy="3833019"/>
          </a:xfrm>
          <a:prstGeom prst="roundRect">
            <a:avLst>
              <a:gd name="adj" fmla="val 3645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5150" y="1689100"/>
            <a:ext cx="30740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linha in arq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85150" y="2006600"/>
            <a:ext cx="30740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Percorre </a:t>
            </a:r>
            <a:r>
              <a:rPr lang="en-US" sz="12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linha a linha</a:t>
            </a: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carregar tudo na memória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5150" y="2522141"/>
            <a:ext cx="307403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linha in arq:</a:t>
            </a:r>
            <a:endParaRPr lang="en-US" sz="1150" dirty="0"/>
          </a:p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2800" y="5547519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arquivos grandes (tipo uma wordlist com milhões de senhas),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linha in arq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a melhor opção — não trava a memória do computador.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 informações do arquivo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11229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Usando o mesmo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alunos.txt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imprima quantos nomes existem no total.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11575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Depois, conte quantos nomes começam com a letra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"A"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062016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peça ao usuário uma letra com input() e conte quantos nomes começam com ela.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302458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328870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357058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open("alunos.txt", encoding="utf-8") as arq: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7600" y="385246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linha in arq: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7600" y="413434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total = total + 1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7600" y="4416227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print("Total:", total)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Escrevendo em arquivos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3397250" cy="3012678"/>
          </a:xfrm>
          <a:prstGeom prst="roundRect">
            <a:avLst>
              <a:gd name="adj" fmla="val 411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89100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2350" y="2037060"/>
            <a:ext cx="30740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— </a:t>
            </a:r>
            <a:r>
              <a:rPr lang="en-US" sz="13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apaga tudo</a:t>
            </a: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já existia e escreve do zero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97375" y="1482725"/>
            <a:ext cx="3397250" cy="3012678"/>
          </a:xfrm>
          <a:prstGeom prst="roundRect">
            <a:avLst>
              <a:gd name="adj" fmla="val 411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3750" y="1689100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03750" y="2037060"/>
            <a:ext cx="30740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 — </a:t>
            </a:r>
            <a:r>
              <a:rPr lang="en-US" sz="13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no final</a:t>
            </a: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apagar o que já tinha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78775" y="1482725"/>
            <a:ext cx="3397250" cy="3012678"/>
          </a:xfrm>
          <a:prstGeom prst="roundRect">
            <a:avLst>
              <a:gd name="adj" fmla="val 411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5150" y="1689100"/>
            <a:ext cx="30740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"x"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5150" y="2037060"/>
            <a:ext cx="30740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 um arquivo novo — dá </a:t>
            </a:r>
            <a:r>
              <a:rPr lang="en-US" sz="13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</a:t>
            </a: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ele já existir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4730353"/>
            <a:ext cx="10560050" cy="1311672"/>
          </a:xfrm>
          <a:prstGeom prst="roundRect">
            <a:avLst>
              <a:gd name="adj" fmla="val 944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4962128"/>
            <a:ext cx="103993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exemplo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7750" y="5261769"/>
            <a:ext cx="103993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open("saida.txt", "w", encoding="utf-8") as arq: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750" y="5561409"/>
            <a:ext cx="103993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arq.write("Primeira linha\n")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uma lista em um arquivo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937073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uma lista Python com pelo menos 5 nomes.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8751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Escreva um script que salva essa lista em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nomes.txt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um nome por linha.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88679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Abra o arquivo gerado (no VS Code ou no terminal) e confira o resultado.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486077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numere as linhas (1. Ana, 2. Bruno...).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7600" y="304998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600" y="331410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nomes = ["Ana", "Bruno", "Carlos"]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7600" y="3595985"/>
            <a:ext cx="50950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open("nomes.txt", "w", encoding="utf-8") as arq: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7600" y="410894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nome in nomes: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7600" y="4390827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arq.write(nome + "\n")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Simule um log de eventos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987873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um script que, toda vez que rodar,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uma linha em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log.txt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a hora atual.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8715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Rode o script 3 vezes seguidas e confira que o arquivo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cresce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apagar as linhas anteriores.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186436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registre também uma mensagem diferente a cada chamada (ex.: "login ok", "login falhou").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56619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283031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datetime import datetime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600" y="3358555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registrar(mensagem):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600" y="3622675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agora = datetime.now().strftime("%H:%M:%S")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7600" y="3886795"/>
            <a:ext cx="50950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with open("log.txt", "a", encoding="utf-8") as arq: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600" y="4364236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arq.write(f"{agora} - {mensagem}\n")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7600" y="4892477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registrar("Script iniciado")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560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Isso é exatamente o que a aplicação NexusBank faz com cada tentativa de login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 é só um .txt organizado em colunas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27781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 =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Comma-Separated Values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Cada linha é um registro; cada valor é separado por vírgula.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34766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primeira linha, geralmente, é o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cabeçalho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(nome das colunas).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17512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Dá pra abrir em qualquer editor de texto — e também no Excel/Google Sheets.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0425" y="1482725"/>
            <a:ext cx="5435600" cy="4559300"/>
          </a:xfrm>
          <a:prstGeom prst="roundRect">
            <a:avLst>
              <a:gd name="adj" fmla="val 2716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7600" y="3056434"/>
            <a:ext cx="5068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alunos.csv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7600" y="3320554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nome,idade,curso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97600" y="3620195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Ana,22,Redes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97600" y="3919835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Bruno,25,Seguranca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7600" y="4219476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Carlos,19,Seguranca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Leia um CSV e imprima colunas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236714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o arquivo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alunos.csv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slide anterior.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8715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Use o módulo csv para ler o arquivo e imprimir só o nome e o curso de cada aluno.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186436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imprima só os alunos do curso "Seguranca".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88369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3147814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371157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open("alunos.csv", encoding="utf-8") as arq: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7600" y="399345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leitor = csv.DictReader(arq)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7600" y="427533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linha in leitor: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7600" y="455721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print(linha["nome"], linha["curso"])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22202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6 ·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095427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o seu próprio CSV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23671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uma lista de dicionários em Python, cada um com "nome" e "idade".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835995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Salve essa lista em um arquivo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saida.csv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 cabeçalho.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186436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Abra o resultado e confira se ficou correto.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508647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97600" y="2763838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csv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97600" y="3274219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alunos = [{"nome": "Ana", "idade": 22}]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7600" y="3784600"/>
            <a:ext cx="509505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open("saida.csv", "w", newline="", encoding="utf-8") as arq: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97600" y="4244181"/>
            <a:ext cx="509505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escritor = csv.DictWriter(arq, fieldnames=["nome", "idade"])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97600" y="4703763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escritor.writeheader()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7600" y="4958953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escritor.writerows(alunos)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409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87784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Diretórios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812480"/>
            <a:ext cx="85026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ler um arquivo, o script precisa saber onde ele está. Vamos navegar pastas com Python.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módulo </a:t>
            </a:r>
            <a:r>
              <a:rPr lang="en-US" sz="30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10560050" cy="2063353"/>
          </a:xfrm>
          <a:prstGeom prst="roundRect">
            <a:avLst>
              <a:gd name="adj" fmla="val 600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550" y="1765300"/>
            <a:ext cx="102947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8550" y="2389981"/>
            <a:ext cx="102947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print(os.listdir("."))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8550" y="2702322"/>
            <a:ext cx="102947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print(os.path.exists("nomes.txt"))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8550" y="3014663"/>
            <a:ext cx="102947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print(os.path.join("dados", "nomes.txt"))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781028"/>
            <a:ext cx="3397250" cy="1019671"/>
          </a:xfrm>
          <a:prstGeom prst="roundRect">
            <a:avLst>
              <a:gd name="adj" fmla="val 965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396200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os.listdir(".")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950" y="4193084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tudo que tem na pasta atual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7375" y="3781028"/>
            <a:ext cx="3397250" cy="1019671"/>
          </a:xfrm>
          <a:prstGeom prst="roundRect">
            <a:avLst>
              <a:gd name="adj" fmla="val 965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8350" y="396200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os.path.exists(x)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8350" y="4193084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True/False se o caminho existe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75" y="3781028"/>
            <a:ext cx="3397250" cy="1019671"/>
          </a:xfrm>
          <a:prstGeom prst="roundRect">
            <a:avLst>
              <a:gd name="adj" fmla="val 9653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9750" y="396200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os.path.join(a, 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9750" y="4193084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 o caminho certo pro sistema operacional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 só os arquivos .txt de uma pasta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987873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Na pasta do exercício, crie alguns arquivos extras (.txt, .csv, .py).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8715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Escreva um script que lista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os arquivos que terminam em .txt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186436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conte quantos arquivos de cada extensão existem na pasta.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3024584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328870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385246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nome_arquivo in os.listdir("."):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7600" y="4134346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nome_arquivo.endswith(".txt"):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7600" y="4416227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print(nome_arquivo)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Entrando nas subpastas: </a:t>
            </a:r>
            <a:r>
              <a:rPr lang="en-US" sz="30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os.walk()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312737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os.listdir()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só olha a pasta atual. Para entrar nas subpastas também, usamos </a:t>
            </a:r>
            <a:r>
              <a:rPr lang="en-US" sz="15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os.walk()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382587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devolve, para cada pasta visitada: o caminho, as subpastas e os arquivos ali dentro.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0425" y="1482725"/>
            <a:ext cx="5435600" cy="4559300"/>
          </a:xfrm>
          <a:prstGeom prst="roundRect">
            <a:avLst>
              <a:gd name="adj" fmla="val 2716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7600" y="3083024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97600" y="3646785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pasta, subpastas, arquivos in os.walk("."):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97600" y="3928666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print("Pasta:", pasta)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7600" y="4210546"/>
            <a:ext cx="50688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print("Arquivos:", arquivos)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22202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8 ·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095427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Encontre o arquivo "esquecido"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236714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2 ou 3 subpastas dentro da pasta do exercício.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87155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Esconda um arquivo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senhas.txt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dentro de uma delas.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93759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Escreva um script que percorre todas as pastas com os.walk() e diz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exatamente onde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arquivo está.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773660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7600" y="303778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7600" y="358388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alvo = "senhas.txt"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97600" y="385693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pasta, subpastas, arquivos in os.walk("."):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97600" y="412998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alvo in arquivos: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97600" y="440303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caminho = os.path.join(pasta, alvo)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7600" y="4676080"/>
            <a:ext cx="509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print("Encontrado em:", caminho)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44013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Isso simula a fase de enumeração de um teste de intrusão real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920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302895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63591"/>
            <a:ext cx="85026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 o script vai conversar com uma aplicação de verdade pela rede: o NexusBank.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biblioteca </a:t>
            </a:r>
            <a:r>
              <a:rPr lang="en-US" sz="30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312737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forma mais comum de um script Python </a:t>
            </a: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conversar com uma API</a:t>
            </a: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pela internet ou pela rede local.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3825875"/>
            <a:ext cx="50688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Faz exatamente o que o navegador faz quando você acessa um site — só que sem interface, direto no código.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0425" y="1482725"/>
            <a:ext cx="5435600" cy="4559300"/>
          </a:xfrm>
          <a:prstGeom prst="roundRect">
            <a:avLst>
              <a:gd name="adj" fmla="val 2716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7600" y="3113484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instalar, uma vez 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3451225"/>
            <a:ext cx="50688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requests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3806825"/>
            <a:ext cx="50688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usar no 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97600" y="4144566"/>
            <a:ext cx="50688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requests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primeiro 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10560050" cy="2533650"/>
          </a:xfrm>
          <a:prstGeom prst="roundRect">
            <a:avLst>
              <a:gd name="adj" fmla="val 488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790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requests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3950" y="24511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resposta = requests.get("http://IP:8002/api/saude")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3950" y="31115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print(resposta.status_code)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3950" y="3441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print(resposta.json())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975" y="4251325"/>
            <a:ext cx="3380284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4432300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status_code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950" y="4663380"/>
            <a:ext cx="31088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número que diz se deu certo (200) ou errado (404, 401, 500...)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5809" y="4251325"/>
            <a:ext cx="3380383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6784" y="4432300"/>
            <a:ext cx="31089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.json()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86784" y="4663380"/>
            <a:ext cx="31089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converte a resposta em dicionário/lista Python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5741" y="4251325"/>
            <a:ext cx="3380284" cy="1090712"/>
          </a:xfrm>
          <a:prstGeom prst="roundRect">
            <a:avLst>
              <a:gd name="adj" fmla="val 90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6716" y="4432300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76716" y="4663380"/>
            <a:ext cx="31088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resposta crua, como texto puro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2252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14252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Bata no primeiro endpoint de verdade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112294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Troque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IP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pelo endereço do servidor do professor.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46273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Faça um GET em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/api/saude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imprima o status code e o JSON.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062016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tente um caminho que não existe (ex.: /nada) e veja o status code que volta.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3284934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Resposta esperada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7600" y="360491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3924895"/>
            <a:ext cx="50950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{"status": "ok", "sistema": "NexusBank Corporate"}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 com JSON: fazendo login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10560050" cy="2863850"/>
          </a:xfrm>
          <a:prstGeom prst="roundRect">
            <a:avLst>
              <a:gd name="adj" fmla="val 4324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790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requests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3950" y="24511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dados = {"usuario": "ana", "senha": "123456"}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3950" y="27813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resposta = requests.post("http://IP:8002/login", json=dados)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3950" y="34417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print(resposta.status_code)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3950" y="3771900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print(resposta.json())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57835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parâmetro 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json=dados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já converte o dicionário para JSON e configura o cabeçalho certo sozinho.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3369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25973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Logue de verdade na aplicação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11229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Use o script anterior para logar com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 / 123456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/login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1157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Confira: o status foi </a:t>
            </a:r>
            <a:r>
              <a:rPr lang="en-US" sz="1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 O que apareceu no JSON de resposta?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310856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repita com bruno / senha123.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3462635"/>
            <a:ext cx="50950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Resposta esperada (200)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7600" y="3782616"/>
            <a:ext cx="50950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{"ok": true, "usuario": "ana",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"papel": "cliente", "token": "..."}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quando a senha está errada?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2725"/>
            <a:ext cx="5175250" cy="3761780"/>
          </a:xfrm>
          <a:prstGeom prst="roundRect">
            <a:avLst>
              <a:gd name="adj" fmla="val 3292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2910284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 certa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3150" y="3230265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status_code = 200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3603625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{"ok": true, ...}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775" y="1482725"/>
            <a:ext cx="5175250" cy="3761780"/>
          </a:xfrm>
          <a:prstGeom prst="roundRect">
            <a:avLst>
              <a:gd name="adj" fmla="val 3292"/>
            </a:avLst>
          </a:prstGeom>
          <a:solidFill>
            <a:srgbClr val="1A2128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910284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 errada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7950" y="3230265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status_code = 401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7950" y="3603625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{"detail": "Usuario ou senha invalidos."}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547628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exatamente essa diferença — </a:t>
            </a: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</a:t>
            </a: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vs </a:t>
            </a: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401</a:t>
            </a:r>
            <a:r>
              <a:rPr lang="en-US" sz="16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que um script de brute force usa para saber se acertou a senha.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3369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25973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08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várias senhas em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112294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uma lista com 3 senhas: uma delas certa para a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duas erradas.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11575"/>
            <a:ext cx="50950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Para cada senha da lista, faça um POST em </a:t>
            </a:r>
            <a:r>
              <a:rPr lang="en-US" sz="14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/login</a:t>
            </a: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imprima a senha testada junto com o status code.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310856"/>
            <a:ext cx="50950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</a:t>
            </a:r>
            <a:r>
              <a:rPr lang="en-US" sz="14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Desafio:</a:t>
            </a: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pare o loop assim que encontrar o status 200.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5825" y="1833166"/>
            <a:ext cx="5410200" cy="4005659"/>
          </a:xfrm>
          <a:prstGeom prst="roundRect">
            <a:avLst>
              <a:gd name="adj" fmla="val 309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941439"/>
            <a:ext cx="509505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97600" y="3196630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senhas = ["111111", "123456", "abc123"]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600" y="3724870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senha in senhas: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600" y="3988991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dados = {"usuario": "ana", "senha": senha}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7600" y="4253111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resposta = requests.post(url, json=dados)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600" y="4517231"/>
            <a:ext cx="5095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print(senha, "-&gt;", resposta.status_code)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42627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Parabéns: você acabou de escrever a base de um brute force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920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302895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 force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63591"/>
            <a:ext cx="85026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 + requests, juntos: ler uma wordlist e testar cada senha contra o login.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receita do brute force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2898279"/>
            <a:ext cx="3109317" cy="1250752"/>
          </a:xfrm>
          <a:prstGeom prst="roundRect">
            <a:avLst>
              <a:gd name="adj" fmla="val 990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3130054"/>
            <a:ext cx="27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7750" y="3419574"/>
            <a:ext cx="272514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uma wordlist (arquivo .txt com uma senha por linha)</a:t>
            </a:r>
            <a:endParaRPr lang="en-US" sz="1400" dirty="0"/>
          </a:p>
        </p:txBody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80867" y="3371255"/>
            <a:ext cx="304800" cy="30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41242" y="2898279"/>
            <a:ext cx="3109416" cy="1250752"/>
          </a:xfrm>
          <a:prstGeom prst="roundRect">
            <a:avLst>
              <a:gd name="adj" fmla="val 990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3017" y="3130054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73017" y="3419574"/>
            <a:ext cx="272524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cada senha, enviar um POST para /login</a:t>
            </a:r>
            <a:endParaRPr lang="en-US" sz="1400" dirty="0"/>
          </a:p>
        </p:txBody>
      </p:sp>
      <p:pic>
        <p:nvPicPr>
          <p:cNvPr id="10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34" y="3371255"/>
            <a:ext cx="304800" cy="304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66609" y="2898279"/>
            <a:ext cx="3109416" cy="1250752"/>
          </a:xfrm>
          <a:prstGeom prst="roundRect">
            <a:avLst>
              <a:gd name="adj" fmla="val 9900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98384" y="3130054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 3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498384" y="3419574"/>
            <a:ext cx="272524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Conferir o status_code: 200 = achou a senha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disso é novo: é o exercício 1 (ler arquivo) + o exercício 11 (loop de requests), só que com uma lista maior.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3369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EXERCÍCIO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25973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2168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Monte sua primeira wordlist e ataque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3013770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Crie </a:t>
            </a: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senhas.txt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5 senhas, uma por linha, incluindo a certa de </a:t>
            </a: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(123456).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564830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Junte a leitura de arquivo com o loop de requests: para cada senha do arquivo, tente logar.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115891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Quando achar a senha certa, imprima uma mensagem de sucesso e pare o loop.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91225" y="1753096"/>
            <a:ext cx="5384800" cy="4085729"/>
          </a:xfrm>
          <a:prstGeom prst="roundRect">
            <a:avLst>
              <a:gd name="adj" fmla="val 303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7600" y="2651125"/>
            <a:ext cx="5121212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3A1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7600" y="2875855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open("senhas.txt", encoding="utf-8") as arq: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7600" y="3109516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senhas = [linha.strip() for linha in arq]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7600" y="3576836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senha in senhas: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0" y="3810496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dados = {"usuario": "ana", "senha": senha}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97600" y="4044156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 = requests.post(url, json=dados)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7600" y="4277816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r.status_code == 200: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7600" y="4511477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print("SENHA ENCONTRADA:", senha)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7600" y="4745137"/>
            <a:ext cx="51212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EF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break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4601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349103" y="812800"/>
            <a:ext cx="8910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2168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 o usuário admin, com registro completo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2738239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Agora o alvo é </a:t>
            </a: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na rota </a:t>
            </a: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/admin/login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(não é a mesma rota do exercício anterior!).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89300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Use uma wordlist maior (peça ao professor um arquivo com mais senhas comuns).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840361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A cada tentativa, grave em </a:t>
            </a:r>
            <a:r>
              <a:rPr lang="en-US" sz="13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resultado.txt</a:t>
            </a: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senha testada e o status code.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391422"/>
            <a:ext cx="51212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Ao final, imprima: quantas tentativas foram feitas e quanto tempo levou.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1225" y="1753096"/>
            <a:ext cx="5384800" cy="4085729"/>
          </a:xfrm>
          <a:prstGeom prst="roundRect">
            <a:avLst>
              <a:gd name="adj" fmla="val 303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7600" y="3129260"/>
            <a:ext cx="5121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Pistas úteis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600" y="3431480"/>
            <a:ext cx="5121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time.time() antes e depois do loop, para medir a duração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600" y="3733701"/>
            <a:ext cx="5121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abra o log com "a" e escreva uma linha por tentativa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7600" y="4035921"/>
            <a:ext cx="51212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o script pronto </a:t>
            </a:r>
            <a:r>
              <a:rPr lang="en-US" sz="1200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bruteforce_login.py</a:t>
            </a:r>
            <a:r>
              <a:rPr lang="en-US" sz="1200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(material da aula) já faz tudo isso — comparem com o que vocês fizeram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depois de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08125"/>
            <a:ext cx="5175250" cy="4533900"/>
          </a:xfrm>
          <a:prstGeom prst="roundRect">
            <a:avLst>
              <a:gd name="adj" fmla="val 273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pic>
        <p:nvPicPr>
          <p:cNvPr id="4" name="Image 0" descr="To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1765300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2146300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Ferramentas prontas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73150" y="2491680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Vamos ver o </a:t>
            </a:r>
            <a:r>
              <a:rPr lang="en-US" sz="1300" b="1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Hydra</a:t>
            </a: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ferramenta profissional de brute force, e comparar com o que vocês construíram hoje.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00775" y="1508125"/>
            <a:ext cx="5175250" cy="4533900"/>
          </a:xfrm>
          <a:prstGeom prst="roundRect">
            <a:avLst>
              <a:gd name="adj" fmla="val 2731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pic>
        <p:nvPicPr>
          <p:cNvPr id="8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1765300"/>
            <a:ext cx="279400" cy="27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7950" y="2146300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Lado blue team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57950" y="2491680"/>
            <a:ext cx="4800727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ataques de hoje ficaram registrados nos logs do NexusBank. Vamos analisá-los para detectar o padrão de ataque.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5160"/>
            <a:ext cx="10883392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uma aula, vocês foram de </a:t>
            </a:r>
            <a:r>
              <a:rPr lang="en-US" sz="4400" b="1" dirty="0">
                <a:solidFill>
                  <a:srgbClr val="6EE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open()</a:t>
            </a:r>
            <a:r>
              <a:rPr lang="en-US" sz="44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um brute force real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15975" y="3587055"/>
            <a:ext cx="2520950" cy="628650"/>
          </a:xfrm>
          <a:prstGeom prst="roundRect">
            <a:avLst>
              <a:gd name="adj" fmla="val 1565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565" y="37680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95675" y="3587055"/>
            <a:ext cx="2520950" cy="628650"/>
          </a:xfrm>
          <a:prstGeom prst="roundRect">
            <a:avLst>
              <a:gd name="adj" fmla="val 1565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44265" y="37680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Diretórios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5375" y="3587055"/>
            <a:ext cx="2520950" cy="628650"/>
          </a:xfrm>
          <a:prstGeom prst="roundRect">
            <a:avLst>
              <a:gd name="adj" fmla="val 15657"/>
            </a:avLst>
          </a:prstGeom>
          <a:solidFill>
            <a:srgbClr val="1A2128"/>
          </a:solidFill>
          <a:ln w="6350">
            <a:solidFill>
              <a:srgbClr val="2A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3965" y="37680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55075" y="3587055"/>
            <a:ext cx="2520950" cy="628650"/>
          </a:xfrm>
          <a:prstGeom prst="roundRect">
            <a:avLst>
              <a:gd name="adj" fmla="val 15657"/>
            </a:avLst>
          </a:prstGeom>
          <a:solidFill>
            <a:srgbClr val="1A2128"/>
          </a:solidFill>
          <a:ln w="635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3665" y="37680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4982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3A1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Dúvidas? Guardem os scripts de hoje — vamos usá-los de novo na aula do Hydra e do blue team.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Requests, Arquivos e Brute Force — Aula 21/09</dc:title>
  <dc:subject>PptxGenJS Presentation</dc:subject>
  <dc:creator>PptxGenJS</dc:creator>
  <cp:lastModifiedBy>PptxGenJS</cp:lastModifiedBy>
  <cp:revision>1</cp:revision>
  <dcterms:created xsi:type="dcterms:W3CDTF">2026-09-21T00:04:01Z</dcterms:created>
  <dcterms:modified xsi:type="dcterms:W3CDTF">2026-09-21T00:04:01Z</dcterms:modified>
</cp:coreProperties>
</file>